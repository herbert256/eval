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4k3/8/8/8/8/8/8/4K3 b - - 0 1</a:t>
            </a:r>
          </a:p>
          <a:p>
            <a:r>
              <a:t>[Event "Document game"]</a:t>
            </a:r>
          </a:p>
          <a:p>
            <a:r>
              <a:t>[White "Alice"]</a:t>
            </a:r>
          </a:p>
          <a:p>
            <a:r>
              <a:t>[Black "Bob"]</a:t>
            </a:r>
          </a:p>
          <a:p/>
          <a:p>
            <a:r>
              <a:t>1. e4 e5 2. Nf3 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